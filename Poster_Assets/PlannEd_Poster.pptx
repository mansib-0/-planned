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5400">
                <a:solidFill>
                  <a:srgbClr val="0066CC"/>
                </a:solidFill>
              </a:defRPr>
            </a:pPr>
            <a:r>
              <a:t>PlannEd: AI-Driven Task Scheduling &amp;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68580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b="1" sz="3200">
                <a:solidFill>
                  <a:srgbClr val="333333"/>
                </a:solidFill>
              </a:defRPr>
            </a:pPr>
            <a:r>
              <a:t>App Overview &amp; Features</a:t>
            </a:r>
          </a:p>
          <a:p>
            <a:pPr>
              <a:spcAft>
                <a:spcPts val="1200"/>
              </a:spcAft>
              <a:defRPr sz="2200"/>
            </a:pPr>
            <a:r>
              <a:t>• Dynamic Task Padding: Automatically adjusts task durations via ML models to prevent procrastination.</a:t>
            </a:r>
          </a:p>
          <a:p>
            <a:pPr>
              <a:spcAft>
                <a:spcPts val="1200"/>
              </a:spcAft>
              <a:defRPr sz="2200"/>
            </a:pPr>
            <a:r>
              <a:t>• Voice Assistant Integration: Full CRUD capabilities with NLP parsing for hands-free task management.</a:t>
            </a:r>
          </a:p>
          <a:p>
            <a:pPr>
              <a:spcAft>
                <a:spcPts val="1200"/>
              </a:spcAft>
              <a:defRPr sz="2200"/>
            </a:pPr>
            <a:r>
              <a:t>• Adaptive Task Intelligence (ATI): Linear regression model calculating real-time productivity scores.</a:t>
            </a:r>
          </a:p>
          <a:p>
            <a:pPr>
              <a:spcBef>
                <a:spcPts val="2000"/>
              </a:spcBef>
              <a:spcAft>
                <a:spcPts val="1000"/>
              </a:spcAft>
              <a:defRPr b="1" sz="3200">
                <a:solidFill>
                  <a:srgbClr val="333333"/>
                </a:solidFill>
              </a:defRPr>
            </a:pPr>
            <a:r>
              <a:t>AI Model Architecture</a:t>
            </a:r>
          </a:p>
          <a:p>
            <a:pPr>
              <a:spcAft>
                <a:spcPts val="1200"/>
              </a:spcAft>
              <a:defRPr sz="2200"/>
            </a:pPr>
            <a:r>
              <a:t>• Multi-output Neural Network Prediction: Calculates optimal time buffer, completion odds, and duration multipliers.</a:t>
            </a:r>
          </a:p>
          <a:p>
            <a:pPr>
              <a:spcAft>
                <a:spcPts val="1200"/>
              </a:spcAft>
              <a:defRPr sz="2200"/>
            </a:pPr>
            <a:r>
              <a:t>• Hybrid Learning Approach: Base neural network sets defaults; user-specific regression refines behavioral profiles over time.</a:t>
            </a:r>
          </a:p>
        </p:txBody>
      </p:sp>
      <p:pic>
        <p:nvPicPr>
          <p:cNvPr id="4" name="Picture 3" descr="loss_accuracy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0"/>
            <a:ext cx="6400800" cy="5089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658368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i="1" sz="1800">
                <a:solidFill>
                  <a:srgbClr val="646464"/>
                </a:solidFill>
              </a:defRPr>
            </a:pPr>
            <a:r>
              <a:t>Figure 1: Neural Network Base Model Training Loss &amp; Accuracy.</a:t>
            </a:r>
            <a:br/>
            <a:r>
              <a:t>Demonstrating steady convergence across 20 epochs.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